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77DB3"/>
    <a:srgbClr val="391E47"/>
    <a:srgbClr val="30782C"/>
    <a:srgbClr val="38AAF8"/>
    <a:srgbClr val="B7202C"/>
    <a:srgbClr val="44831C"/>
    <a:srgbClr val="FFCC00"/>
    <a:srgbClr val="CCFF66"/>
    <a:srgbClr val="008000"/>
    <a:srgbClr val="66FF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250" d="100"/>
          <a:sy n="250" d="100"/>
        </p:scale>
        <p:origin x="-3427" y="-45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2EC02-461E-E4A1-78A3-212AD0E5B3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04AA2B-C015-AD6E-40F9-D468C62FAA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634622-03C6-E766-55A7-ABE6895E4A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68ECFB-4775-568D-0243-A1E3EC573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074F71-B620-6FA3-D28E-49FAE94D8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4072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ACF8B9-3369-5681-3A9A-04D9A41FD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F94C78-82CF-529D-380B-6BC50D9844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43CF68-30DE-1731-C09C-75A74DC93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40AA08-0453-FF37-F703-640C18FED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0287D-C072-5BA8-C1E6-0FE4AFD65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218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7B31C-15AD-B8DE-D6F3-3CD0CD70B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51D624-C044-D11B-51BF-90418293C0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328D74-160C-F6D5-743F-12AA6C53F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87B0C4-7480-DC22-7B0F-4C9510E80D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C495EE-89BD-FA2D-369D-3A69DB946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4390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32405-EB5A-A605-A648-2D2D92F1B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D9E7B7-A0BB-D7EF-A4D7-FCF535A2F9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A5C89D-12D1-6358-98A6-5EB9DA7729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748919-88F1-CAB8-9C47-C56411ADA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5EA757-E40E-5EA2-2C0E-95826E690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6DC9CE-2F35-37C1-A06B-005256F83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4411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943D5-79CD-EABE-6B5E-174577F4A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5F6C25-D892-8845-DBB3-1A0BD9C75D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B00A05-9B13-C976-01D7-B5DB0B1BD8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2BC80A-662A-E81D-C3B9-82CFA09762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A0DEB1-64FF-1995-7E9C-A4129C692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9955228-27DF-D0C7-C62A-B3413240C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A5799F-2C99-BA7A-02F3-71DC12CCE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CEC1F8-53F2-6F4A-B7D2-3136DEEFF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9528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13D05-7736-0020-2617-B273D9A8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E67373-F7E6-2E08-5829-833AAD10A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70138C-8B82-A882-FEB9-AF4770B58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F3EC65-2C50-2607-3FBE-1DEBA25F6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605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4F00AE-FDE0-AE08-0586-9BD326E55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2F012C-C62E-EF4B-A732-889A811D3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F1433D-9B02-31B2-3B1A-A1EF37871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0486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8609E-EB09-B179-9A54-CFBC7B72D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200515-3310-6171-D35F-E1195995E4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8ECFEF-F0D8-72CA-D1D2-36CE4E1342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5BE877-F5A4-F654-C10F-33AB65688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6F7AA2-E2DE-1DD2-02F1-99255D843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B5E087-D2FE-3AB5-7BD2-7DEBD5D49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433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DA12-EF8A-E351-566E-84C29F040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0CEE86-D96A-236D-E90B-4180B39AC6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C35283-9A83-C26B-8525-4D98B902D3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8DB787-F00B-67B7-200C-97C6E653C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F902BB-907D-2037-A952-CCFAA1DE8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2D08B7-2A76-5EFA-EF29-4D939660C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32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C0567-9D28-8974-AB20-A6E2EC852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A40B3B-53E3-CA40-CB84-642D8D5CE3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E2C67-9486-29F1-F9A5-20D31FF22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1248F2-B95E-37A6-CB96-84F8EA768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D44C3E-B882-C39B-2441-EFA4C2333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191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854A31-E214-A47F-7332-14DEEAC6E8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8E391C-AF96-CB69-4FEA-C94A2863C3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EB658-ECAC-254C-93BE-7A108D7CD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D2456D-BA59-14D0-FBBC-FEB0EFB8C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43033-223F-DF92-BE96-BEA44075E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542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9265A9B-F375-7AD5-65E4-2D2A9DF3B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6CE197-0E93-5101-ECAA-C03C34A8F5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F734B1-5E54-549C-3886-899C5B2BE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18B531-B3B9-4E4C-9F1B-2CB5268F0BBC}" type="datetimeFigureOut">
              <a:rPr lang="en-US" smtClean="0"/>
              <a:t>7/12/2025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EF7451-ECD5-F4BB-2B45-D16F195B46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4CEA-F7BE-7FC3-4744-769039706C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9E1D3C-C2A4-4A5C-BD8D-73C8B49B1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0447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705A42C-85D7-FBDA-F8B3-1294D1D7D5DE}"/>
              </a:ext>
            </a:extLst>
          </p:cNvPr>
          <p:cNvSpPr txBox="1"/>
          <p:nvPr/>
        </p:nvSpPr>
        <p:spPr>
          <a:xfrm>
            <a:off x="0" y="435077"/>
            <a:ext cx="1219199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spc="-300" dirty="0">
                <a:solidFill>
                  <a:schemeClr val="bg2"/>
                </a:solidFill>
                <a:latin typeface="ColorTube" pitchFamily="50" charset="0"/>
              </a:rPr>
              <a:t>Stardew </a:t>
            </a:r>
          </a:p>
          <a:p>
            <a:pPr algn="ctr"/>
            <a:r>
              <a:rPr lang="en-US" sz="6000" spc="-300" dirty="0">
                <a:solidFill>
                  <a:schemeClr val="bg2"/>
                </a:solidFill>
                <a:latin typeface="ColorTube" pitchFamily="50" charset="0"/>
              </a:rPr>
              <a:t>Valley</a:t>
            </a:r>
          </a:p>
        </p:txBody>
      </p:sp>
    </p:spTree>
    <p:extLst>
      <p:ext uri="{BB962C8B-B14F-4D97-AF65-F5344CB8AC3E}">
        <p14:creationId xmlns:p14="http://schemas.microsoft.com/office/powerpoint/2010/main" val="32123464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E70BDE-8119-D550-50EB-C60A297E57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8056" b="71667" l="27240" r="32396">
                        <a14:foregroundMark x1="27760" y1="28056" x2="27813" y2="31667"/>
                        <a14:foregroundMark x1="30990" y1="69444" x2="32240" y2="69444"/>
                        <a14:foregroundMark x1="31198" y1="70833" x2="31198" y2="71667"/>
                        <a14:backgroundMark x1="27656" y1="27500" x2="27760" y2="28333"/>
                        <a14:backgroundMark x1="32396" y1="69444" x2="32240" y2="6972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6613" t="25591" r="66936" b="26236"/>
          <a:stretch>
            <a:fillRect/>
          </a:stretch>
        </p:blipFill>
        <p:spPr>
          <a:xfrm>
            <a:off x="2619943" y="2633288"/>
            <a:ext cx="373978" cy="523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7711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65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31B635-D181-0AF9-78BD-800DD1999F23}"/>
              </a:ext>
            </a:extLst>
          </p:cNvPr>
          <p:cNvSpPr txBox="1"/>
          <p:nvPr/>
        </p:nvSpPr>
        <p:spPr>
          <a:xfrm>
            <a:off x="0" y="0"/>
            <a:ext cx="121920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accent4">
                    <a:lumMod val="50000"/>
                  </a:schemeClr>
                </a:solidFill>
                <a:latin typeface="Bahu" pitchFamily="50" charset="0"/>
              </a:rPr>
              <a:t>Signup Menu</a:t>
            </a:r>
          </a:p>
        </p:txBody>
      </p:sp>
    </p:spTree>
    <p:extLst>
      <p:ext uri="{BB962C8B-B14F-4D97-AF65-F5344CB8AC3E}">
        <p14:creationId xmlns:p14="http://schemas.microsoft.com/office/powerpoint/2010/main" val="19302535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84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56058B-9885-A3E5-8B70-C321B3A440AA}"/>
              </a:ext>
            </a:extLst>
          </p:cNvPr>
          <p:cNvSpPr txBox="1"/>
          <p:nvPr/>
        </p:nvSpPr>
        <p:spPr>
          <a:xfrm>
            <a:off x="0" y="108858"/>
            <a:ext cx="1219199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dirty="0">
                <a:solidFill>
                  <a:srgbClr val="0070C0"/>
                </a:solidFill>
                <a:latin typeface="Bahu" pitchFamily="50" charset="0"/>
              </a:rPr>
              <a:t>Main Menu</a:t>
            </a:r>
          </a:p>
        </p:txBody>
      </p:sp>
    </p:spTree>
    <p:extLst>
      <p:ext uri="{BB962C8B-B14F-4D97-AF65-F5344CB8AC3E}">
        <p14:creationId xmlns:p14="http://schemas.microsoft.com/office/powerpoint/2010/main" val="36991998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6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B7AE15-6D85-AC5B-DE10-A0DFB45B8486}"/>
              </a:ext>
            </a:extLst>
          </p:cNvPr>
          <p:cNvSpPr txBox="1"/>
          <p:nvPr/>
        </p:nvSpPr>
        <p:spPr>
          <a:xfrm>
            <a:off x="1" y="174171"/>
            <a:ext cx="121919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>
                <a:solidFill>
                  <a:srgbClr val="00B050"/>
                </a:solidFill>
                <a:latin typeface="Bahu" pitchFamily="50" charset="0"/>
              </a:rPr>
              <a:t>Profile Menu</a:t>
            </a:r>
          </a:p>
        </p:txBody>
      </p:sp>
    </p:spTree>
    <p:extLst>
      <p:ext uri="{BB962C8B-B14F-4D97-AF65-F5344CB8AC3E}">
        <p14:creationId xmlns:p14="http://schemas.microsoft.com/office/powerpoint/2010/main" val="1579641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483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42">
            <a:extLst>
              <a:ext uri="{FF2B5EF4-FFF2-40B4-BE49-F238E27FC236}">
                <a16:creationId xmlns:a16="http://schemas.microsoft.com/office/drawing/2014/main" id="{4870FA16-F8F6-A201-2BA3-257CAD71DF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6690" y="3027045"/>
            <a:ext cx="609600" cy="60960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4C2CEEB-78AB-A574-144A-406AB3A808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706" r="75788"/>
          <a:stretch>
            <a:fillRect/>
          </a:stretch>
        </p:blipFill>
        <p:spPr>
          <a:xfrm>
            <a:off x="6360797" y="2901315"/>
            <a:ext cx="350520" cy="6096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A1DE8964-7A3F-C3AC-DC8E-D90723F839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905" y="3134677"/>
            <a:ext cx="337185" cy="337185"/>
          </a:xfrm>
          <a:prstGeom prst="rect">
            <a:avLst/>
          </a:prstGeom>
        </p:spPr>
      </p:pic>
      <p:grpSp>
        <p:nvGrpSpPr>
          <p:cNvPr id="52" name="Group 51">
            <a:extLst>
              <a:ext uri="{FF2B5EF4-FFF2-40B4-BE49-F238E27FC236}">
                <a16:creationId xmlns:a16="http://schemas.microsoft.com/office/drawing/2014/main" id="{2CC09B64-DDC9-DCFD-7097-888BC8EC7C8E}"/>
              </a:ext>
            </a:extLst>
          </p:cNvPr>
          <p:cNvGrpSpPr/>
          <p:nvPr/>
        </p:nvGrpSpPr>
        <p:grpSpPr>
          <a:xfrm>
            <a:off x="4290060" y="3078480"/>
            <a:ext cx="609600" cy="609600"/>
            <a:chOff x="4290060" y="3078480"/>
            <a:chExt cx="609600" cy="6096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48B2CB6-A2BA-76AD-FAC8-0B8CE62447B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0060" y="3078480"/>
              <a:ext cx="609600" cy="609600"/>
            </a:xfrm>
            <a:prstGeom prst="rect">
              <a:avLst/>
            </a:prstGeom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F2874C80-D171-1FAB-F3EF-27B431540A9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88180" y="3271839"/>
              <a:ext cx="200023" cy="200023"/>
            </a:xfrm>
            <a:prstGeom prst="rect">
              <a:avLst/>
            </a:prstGeom>
          </p:spPr>
        </p:pic>
      </p:grpSp>
      <p:pic>
        <p:nvPicPr>
          <p:cNvPr id="56" name="Picture 55">
            <a:extLst>
              <a:ext uri="{FF2B5EF4-FFF2-40B4-BE49-F238E27FC236}">
                <a16:creationId xmlns:a16="http://schemas.microsoft.com/office/drawing/2014/main" id="{5B0EAC9E-A46F-E879-8869-720EC8F84A3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3876" y="4042410"/>
            <a:ext cx="609600" cy="60960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B97C5944-DA29-3D77-61E8-12A46EA86F8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1679" y="3548634"/>
            <a:ext cx="609600" cy="609600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F718339D-E3DC-D803-4290-19D30AC50CFD}"/>
              </a:ext>
            </a:extLst>
          </p:cNvPr>
          <p:cNvGrpSpPr/>
          <p:nvPr/>
        </p:nvGrpSpPr>
        <p:grpSpPr>
          <a:xfrm>
            <a:off x="4220718" y="3963161"/>
            <a:ext cx="611886" cy="609601"/>
            <a:chOff x="4220718" y="3963161"/>
            <a:chExt cx="611886" cy="609601"/>
          </a:xfrm>
        </p:grpSpPr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2068FCC6-E500-2182-8750-E5B62EDB782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23004" y="3963162"/>
              <a:ext cx="609600" cy="609600"/>
            </a:xfrm>
            <a:prstGeom prst="rect">
              <a:avLst/>
            </a:prstGeom>
          </p:spPr>
        </p:pic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14EB68D2-2DD9-63C2-89D9-EE47155D294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20718" y="3963161"/>
              <a:ext cx="609600" cy="6096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079232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953D850-F183-9DA4-76F6-CF1861F14F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8865" y="2973705"/>
            <a:ext cx="609600" cy="6096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ACFCF26-2179-CBF5-7DF3-E72DD63B83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80333"/>
          <a:stretch>
            <a:fillRect/>
          </a:stretch>
        </p:blipFill>
        <p:spPr>
          <a:xfrm>
            <a:off x="5486400" y="1905000"/>
            <a:ext cx="609600" cy="5994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9528CAD-9E2D-9561-4B4F-3EF0C2909B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50000" b="85715"/>
          <a:stretch>
            <a:fillRect/>
          </a:stretch>
        </p:blipFill>
        <p:spPr>
          <a:xfrm>
            <a:off x="6223000" y="1894840"/>
            <a:ext cx="609600" cy="6096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AA6FCE8-2A3C-25C2-B07A-4DDA9213B7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80000"/>
          <a:stretch>
            <a:fillRect/>
          </a:stretch>
        </p:blipFill>
        <p:spPr>
          <a:xfrm>
            <a:off x="3677920" y="1381760"/>
            <a:ext cx="609600" cy="6096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63CCFE7-5C03-CF75-FC4A-729E7C3ABAC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75000"/>
          <a:stretch>
            <a:fillRect/>
          </a:stretch>
        </p:blipFill>
        <p:spPr>
          <a:xfrm>
            <a:off x="7152640" y="1651000"/>
            <a:ext cx="609600" cy="6096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81B2584-F3F2-9E09-C16F-58F293F5A22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80000"/>
          <a:stretch>
            <a:fillRect/>
          </a:stretch>
        </p:blipFill>
        <p:spPr>
          <a:xfrm>
            <a:off x="8478520" y="1307464"/>
            <a:ext cx="609600" cy="60960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6508E1E-F8A2-4F0B-C7D7-2A9F7813686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83333"/>
          <a:stretch>
            <a:fillRect/>
          </a:stretch>
        </p:blipFill>
        <p:spPr>
          <a:xfrm>
            <a:off x="9550763" y="159004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91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DD97A7A-F940-88BD-EF51-6EB78895D9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3F5172E-E407-3B71-BC65-74F09BE0BE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2301" y="1304413"/>
            <a:ext cx="1578472" cy="15538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51C9691-A818-501B-F5AE-257A1BD6EDEE}"/>
              </a:ext>
            </a:extLst>
          </p:cNvPr>
          <p:cNvSpPr txBox="1"/>
          <p:nvPr/>
        </p:nvSpPr>
        <p:spPr>
          <a:xfrm>
            <a:off x="10814959" y="1138235"/>
            <a:ext cx="5442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B7202C"/>
                </a:solidFill>
                <a:latin typeface="Kristen ITC" panose="03050502040202030202" pitchFamily="66" charset="0"/>
                <a:cs typeface="2  Zaman" panose="00000400000000000000" pitchFamily="2" charset="-78"/>
              </a:rPr>
              <a:t>1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C0125E4-569F-655F-47F5-03A73A4878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2301" y="3318052"/>
            <a:ext cx="1578472" cy="157847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AED6D20-4C26-C630-BFD0-847ED98907F8}"/>
              </a:ext>
            </a:extLst>
          </p:cNvPr>
          <p:cNvSpPr txBox="1"/>
          <p:nvPr/>
        </p:nvSpPr>
        <p:spPr>
          <a:xfrm>
            <a:off x="10983686" y="3192628"/>
            <a:ext cx="5442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38AAF8"/>
                </a:solidFill>
                <a:latin typeface="Kristen ITC" panose="03050502040202030202" pitchFamily="66" charset="0"/>
                <a:cs typeface="2  Zaman" panose="00000400000000000000" pitchFamily="2" charset="-78"/>
              </a:rPr>
              <a:t>2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302F159-2241-6A04-5C48-97DA67DBBA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8329" y="1138236"/>
            <a:ext cx="1719986" cy="171998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75F217A-E76E-1519-5ADD-26618AE0D0DF}"/>
              </a:ext>
            </a:extLst>
          </p:cNvPr>
          <p:cNvSpPr txBox="1"/>
          <p:nvPr/>
        </p:nvSpPr>
        <p:spPr>
          <a:xfrm>
            <a:off x="8479973" y="1138236"/>
            <a:ext cx="5442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30782C"/>
                </a:solidFill>
                <a:latin typeface="Kristen ITC" panose="03050502040202030202" pitchFamily="66" charset="0"/>
                <a:cs typeface="2  Zaman" panose="00000400000000000000" pitchFamily="2" charset="-78"/>
              </a:rPr>
              <a:t>3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6476E02-887D-004F-C732-22E43E0AC37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5053" y="3318052"/>
            <a:ext cx="1613219" cy="161321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7CBE7CE-A26D-D29C-48E8-52AE19DB21C3}"/>
              </a:ext>
            </a:extLst>
          </p:cNvPr>
          <p:cNvSpPr txBox="1"/>
          <p:nvPr/>
        </p:nvSpPr>
        <p:spPr>
          <a:xfrm>
            <a:off x="8512586" y="3192628"/>
            <a:ext cx="5442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B7202C"/>
                </a:solidFill>
                <a:latin typeface="Kristen ITC" panose="03050502040202030202" pitchFamily="66" charset="0"/>
                <a:cs typeface="2  Zaman" panose="00000400000000000000" pitchFamily="2" charset="-78"/>
              </a:rPr>
              <a:t>4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149D01A-F22F-CE5E-7E38-DB672F36583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5317" y="1323253"/>
            <a:ext cx="1534969" cy="153496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365B03D-58BE-76D7-88DB-9AA2E2FF174E}"/>
              </a:ext>
            </a:extLst>
          </p:cNvPr>
          <p:cNvSpPr txBox="1"/>
          <p:nvPr/>
        </p:nvSpPr>
        <p:spPr>
          <a:xfrm>
            <a:off x="6378988" y="1138236"/>
            <a:ext cx="5442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391E47"/>
                </a:solidFill>
                <a:latin typeface="Kristen ITC" panose="03050502040202030202" pitchFamily="66" charset="0"/>
                <a:cs typeface="2  Zaman" panose="00000400000000000000" pitchFamily="2" charset="-78"/>
              </a:rPr>
              <a:t>5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27187E4-0562-04C2-22BA-4A18CFA1A98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6949" y="3267934"/>
            <a:ext cx="1663338" cy="1663338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FA89296-0061-CABF-7D15-04EC9C938A8A}"/>
              </a:ext>
            </a:extLst>
          </p:cNvPr>
          <p:cNvSpPr txBox="1"/>
          <p:nvPr/>
        </p:nvSpPr>
        <p:spPr>
          <a:xfrm>
            <a:off x="6414957" y="3105834"/>
            <a:ext cx="5442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277DB3"/>
                </a:solidFill>
                <a:latin typeface="Kristen ITC" panose="03050502040202030202" pitchFamily="66" charset="0"/>
                <a:cs typeface="2  Zaman" panose="00000400000000000000" pitchFamily="2" charset="-78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6331777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7679</TotalTime>
  <Words>14</Words>
  <Application>Microsoft Office PowerPoint</Application>
  <PresentationFormat>Widescreen</PresentationFormat>
  <Paragraphs>11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Bahu</vt:lpstr>
      <vt:lpstr>Calibri</vt:lpstr>
      <vt:lpstr>Calibri Light</vt:lpstr>
      <vt:lpstr>ColorTube</vt:lpstr>
      <vt:lpstr>Kristen ITC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Jasmin Kavianpour</dc:creator>
  <cp:lastModifiedBy>Jasmin Kavianpour</cp:lastModifiedBy>
  <cp:revision>6</cp:revision>
  <dcterms:created xsi:type="dcterms:W3CDTF">2025-07-01T20:46:02Z</dcterms:created>
  <dcterms:modified xsi:type="dcterms:W3CDTF">2025-07-17T15:29:26Z</dcterms:modified>
</cp:coreProperties>
</file>