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44831C"/>
    <a:srgbClr val="FFCC00"/>
    <a:srgbClr val="CCFF66"/>
    <a:srgbClr val="008000"/>
    <a:srgbClr val="66FF33"/>
    <a:srgbClr val="FF0066"/>
    <a:srgbClr val="00CC66"/>
    <a:srgbClr val="3399FF"/>
    <a:srgbClr val="FF9999"/>
    <a:srgbClr val="99CC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>
      <p:cViewPr>
        <p:scale>
          <a:sx n="140" d="100"/>
          <a:sy n="140" d="100"/>
        </p:scale>
        <p:origin x="-3125" y="-75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heme" Target="theme/theme1.xml"/><Relationship Id="rId5" Type="http://schemas.openxmlformats.org/officeDocument/2006/relationships/slide" Target="slides/slide4.xml"/><Relationship Id="rId10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582EC02-461E-E4A1-78A3-212AD0E5B36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EF04AA2B-C015-AD6E-40F9-D468C62FAA5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B634622-03C6-E766-55A7-ABE6895E4A0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B18B531-B3B9-4E4C-9F1B-2CB5268F0BBC}" type="datetimeFigureOut">
              <a:rPr lang="en-US" smtClean="0"/>
              <a:t>7/12/2025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E68ECFB-4775-568D-0243-A1E3EC57377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F074F71-B620-6FA3-D28E-49FAE94D88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9E1D3C-C2A4-4A5C-BD8D-73C8B49B1DB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9340722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5ACF8B9-3369-5681-3A9A-04D9A41FDC1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EF94C78-82CF-529D-380B-6BC50D98441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C43CF68-30DE-1731-C09C-75A74DC933A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B18B531-B3B9-4E4C-9F1B-2CB5268F0BBC}" type="datetimeFigureOut">
              <a:rPr lang="en-US" smtClean="0"/>
              <a:t>7/12/2025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440AA08-0453-FF37-F703-640C18FEDAF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C10287D-C072-5BA8-C1E6-0FE4AFD6539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9E1D3C-C2A4-4A5C-BD8D-73C8B49B1DB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7821814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297B31C-15AD-B8DE-D6F3-3CD0CD70BA6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051D624-C044-D11B-51BF-90418293C02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6328D74-160C-F6D5-743F-12AA6C53F89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B18B531-B3B9-4E4C-9F1B-2CB5268F0BBC}" type="datetimeFigureOut">
              <a:rPr lang="en-US" smtClean="0"/>
              <a:t>7/12/2025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587B0C4-7480-DC22-7B0F-4C9510E80D0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BC495EE-89BD-FA2D-369D-3A69DB94671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9E1D3C-C2A4-4A5C-BD8D-73C8B49B1DB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9943908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CC32405-EB5A-A605-A648-2D2D92F1BDA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4D9E7B7-A0BB-D7EF-A4D7-FCF535A2F91C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2A5C89D-12D1-6358-98A6-5EB9DA7729E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C748919-88F1-CAB8-9C47-C56411ADAF5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B18B531-B3B9-4E4C-9F1B-2CB5268F0BBC}" type="datetimeFigureOut">
              <a:rPr lang="en-US" smtClean="0"/>
              <a:t>7/12/2025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E5EA757-E40E-5EA2-2C0E-95826E6907E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46DC9CE-2F35-37C1-A06B-005256F832C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9E1D3C-C2A4-4A5C-BD8D-73C8B49B1DB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8344111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6C943D5-79CD-EABE-6B5E-174577F4A1E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25F6C25-D892-8845-DBB3-1A0BD9C75D7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CB00A05-9B13-C976-01D7-B5DB0B1BD82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452BC80A-662A-E81D-C3B9-82CFA09762AF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54A0DEB1-64FF-1995-7E9C-A4129C692C87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69955228-27DF-D0C7-C62A-B3413240CC4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B18B531-B3B9-4E4C-9F1B-2CB5268F0BBC}" type="datetimeFigureOut">
              <a:rPr lang="en-US" smtClean="0"/>
              <a:t>7/12/2025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9EA5799F-2C99-BA7A-02F3-71DC12CCE53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A5CEC1F8-53F2-6F4A-B7D2-3136DEEFFCB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9E1D3C-C2A4-4A5C-BD8D-73C8B49B1DB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6995283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8B13D05-7736-0020-2617-B273D9A8A06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C7E67373-F7E6-2E08-5829-833AAD10A77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B18B531-B3B9-4E4C-9F1B-2CB5268F0BBC}" type="datetimeFigureOut">
              <a:rPr lang="en-US" smtClean="0"/>
              <a:t>7/12/2025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E70138C-8B82-A882-FEB9-AF4770B58F3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7F3EC65-2C50-2607-3FBE-1DEBA25F6FA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9E1D3C-C2A4-4A5C-BD8D-73C8B49B1DB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060516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8A4F00AE-FDE0-AE08-0586-9BD326E5565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B18B531-B3B9-4E4C-9F1B-2CB5268F0BBC}" type="datetimeFigureOut">
              <a:rPr lang="en-US" smtClean="0"/>
              <a:t>7/12/2025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A32F012C-C62E-EF4B-A732-889A811D33B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BF1433D-9B02-31B2-3B1A-A1EF3787195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9E1D3C-C2A4-4A5C-BD8D-73C8B49B1DB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104865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8F8609E-EB09-B179-9A54-CFBC7B72DE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2200515-3310-6171-D35F-E1195995E4C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18ECFEF-F0D8-72CA-D1D2-36CE4E13426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85BE877-F5A4-F654-C10F-33AB6568893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B18B531-B3B9-4E4C-9F1B-2CB5268F0BBC}" type="datetimeFigureOut">
              <a:rPr lang="en-US" smtClean="0"/>
              <a:t>7/12/2025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66F7AA2-E2DE-1DD2-02F1-99255D8436F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EB5E087-D2FE-3AB5-7BD2-7DEBD5D49CC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9E1D3C-C2A4-4A5C-BD8D-73C8B49B1DB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9943369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239DA12-EF8A-E351-566E-84C29F04096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F80CEE86-D96A-236D-E90B-4180B39AC6F7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CC35283-9A83-C26B-8525-4D98B902D35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18DB787-F00B-67B7-200C-97C6E653C65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B18B531-B3B9-4E4C-9F1B-2CB5268F0BBC}" type="datetimeFigureOut">
              <a:rPr lang="en-US" smtClean="0"/>
              <a:t>7/12/2025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0F902BB-907D-2037-A952-CCFAA1DE8A8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F2D08B7-2A76-5EFA-EF29-4D939660C82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9E1D3C-C2A4-4A5C-BD8D-73C8B49B1DB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773255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40C0567-9D28-8974-AB20-A6E2EC852FF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0AA40B3B-53E3-CA40-CB84-642D8D5CE33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98E2C67-9486-29F1-F9A5-20D31FF2245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B18B531-B3B9-4E4C-9F1B-2CB5268F0BBC}" type="datetimeFigureOut">
              <a:rPr lang="en-US" smtClean="0"/>
              <a:t>7/12/2025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E1248F2-B95E-37A6-CB96-84F8EA76824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3D44C3E-B882-C39B-2441-EFA4C23330E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9E1D3C-C2A4-4A5C-BD8D-73C8B49B1DB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6819142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ED854A31-E214-A47F-7332-14DEEAC6E856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438E391C-AF96-CB69-4FEA-C94A2863C3D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C1EB658-ECAC-254C-93BE-7A108D7CD63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B18B531-B3B9-4E4C-9F1B-2CB5268F0BBC}" type="datetimeFigureOut">
              <a:rPr lang="en-US" smtClean="0"/>
              <a:t>7/12/2025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6D2456D-BA59-14D0-FBBC-FEB0EFB8CD1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9543033-223F-DF92-BE96-BEA44075EB5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9E1D3C-C2A4-4A5C-BD8D-73C8B49B1DB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8054235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E9265A9B-F375-7AD5-65E4-2D2A9DF3B7E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C6CE197-0E93-5101-ECAA-C03C34A8F5D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7F734B1-5E54-549C-3886-899C5B2BE3EB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B18B531-B3B9-4E4C-9F1B-2CB5268F0BBC}" type="datetimeFigureOut">
              <a:rPr lang="en-US" smtClean="0"/>
              <a:t>7/12/2025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7EF7451-ECD5-F4BB-2B45-D16F195B46C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11C4CEA-F7BE-7FC3-4744-769039706CF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29E1D3C-C2A4-4A5C-BD8D-73C8B49B1DB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4804479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microsoft.com/office/2007/relationships/hdphoto" Target="../media/hdphoto1.wdp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jp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8.png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image" Target="../media/image14.png"/><Relationship Id="rId3" Type="http://schemas.openxmlformats.org/officeDocument/2006/relationships/image" Target="../media/image9.png"/><Relationship Id="rId7" Type="http://schemas.openxmlformats.org/officeDocument/2006/relationships/image" Target="../media/image13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2.png"/><Relationship Id="rId5" Type="http://schemas.openxmlformats.org/officeDocument/2006/relationships/image" Target="../media/image11.png"/><Relationship Id="rId4" Type="http://schemas.openxmlformats.org/officeDocument/2006/relationships/image" Target="../media/image10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F705A42C-85D7-FBDA-F8B3-1294D1D7D5DE}"/>
              </a:ext>
            </a:extLst>
          </p:cNvPr>
          <p:cNvSpPr txBox="1"/>
          <p:nvPr/>
        </p:nvSpPr>
        <p:spPr>
          <a:xfrm>
            <a:off x="0" y="435077"/>
            <a:ext cx="12191999" cy="19389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6000" spc="-300" dirty="0">
                <a:solidFill>
                  <a:schemeClr val="bg2"/>
                </a:solidFill>
                <a:latin typeface="ColorTube" pitchFamily="50" charset="0"/>
              </a:rPr>
              <a:t>Stardew </a:t>
            </a:r>
          </a:p>
          <a:p>
            <a:pPr algn="ctr"/>
            <a:r>
              <a:rPr lang="en-US" sz="6000" spc="-300" dirty="0">
                <a:solidFill>
                  <a:schemeClr val="bg2"/>
                </a:solidFill>
                <a:latin typeface="ColorTube" pitchFamily="50" charset="0"/>
              </a:rPr>
              <a:t>Valley</a:t>
            </a:r>
          </a:p>
        </p:txBody>
      </p:sp>
    </p:spTree>
    <p:extLst>
      <p:ext uri="{BB962C8B-B14F-4D97-AF65-F5344CB8AC3E}">
        <p14:creationId xmlns:p14="http://schemas.microsoft.com/office/powerpoint/2010/main" val="321234646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BCE70BDE-8119-D550-50EB-C60A297E579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ackgroundRemoval t="28056" b="71667" l="27240" r="32396">
                        <a14:foregroundMark x1="27760" y1="28056" x2="27813" y2="31667"/>
                        <a14:foregroundMark x1="30990" y1="69444" x2="32240" y2="69444"/>
                        <a14:foregroundMark x1="31198" y1="70833" x2="31198" y2="71667"/>
                        <a14:backgroundMark x1="27656" y1="27500" x2="27760" y2="28333"/>
                        <a14:backgroundMark x1="32396" y1="69444" x2="32240" y2="69722"/>
                      </a14:backgroundRemoval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 l="26613" t="25591" r="66936" b="26236"/>
          <a:stretch>
            <a:fillRect/>
          </a:stretch>
        </p:blipFill>
        <p:spPr>
          <a:xfrm>
            <a:off x="2619943" y="2633288"/>
            <a:ext cx="373978" cy="52356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7877119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alphaModFix amt="65000"/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CA31B635-D181-0AF9-78BD-800DD1999F23}"/>
              </a:ext>
            </a:extLst>
          </p:cNvPr>
          <p:cNvSpPr txBox="1"/>
          <p:nvPr/>
        </p:nvSpPr>
        <p:spPr>
          <a:xfrm>
            <a:off x="0" y="0"/>
            <a:ext cx="12192000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6000" dirty="0">
                <a:solidFill>
                  <a:schemeClr val="accent4">
                    <a:lumMod val="50000"/>
                  </a:schemeClr>
                </a:solidFill>
                <a:latin typeface="Bahu" pitchFamily="50" charset="0"/>
              </a:rPr>
              <a:t>Signup Menu</a:t>
            </a:r>
          </a:p>
        </p:txBody>
      </p:sp>
    </p:spTree>
    <p:extLst>
      <p:ext uri="{BB962C8B-B14F-4D97-AF65-F5344CB8AC3E}">
        <p14:creationId xmlns:p14="http://schemas.microsoft.com/office/powerpoint/2010/main" val="193025359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alphaModFix amt="84000"/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4556058B-9885-A3E5-8B70-C321B3A440AA}"/>
              </a:ext>
            </a:extLst>
          </p:cNvPr>
          <p:cNvSpPr txBox="1"/>
          <p:nvPr/>
        </p:nvSpPr>
        <p:spPr>
          <a:xfrm>
            <a:off x="0" y="108858"/>
            <a:ext cx="12191999" cy="1323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000" dirty="0">
                <a:solidFill>
                  <a:srgbClr val="0070C0"/>
                </a:solidFill>
                <a:latin typeface="Bahu" pitchFamily="50" charset="0"/>
              </a:rPr>
              <a:t>Main Menu</a:t>
            </a:r>
          </a:p>
        </p:txBody>
      </p:sp>
    </p:spTree>
    <p:extLst>
      <p:ext uri="{BB962C8B-B14F-4D97-AF65-F5344CB8AC3E}">
        <p14:creationId xmlns:p14="http://schemas.microsoft.com/office/powerpoint/2010/main" val="369919983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alphaModFix amt="67000"/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D9B7AE15-6D85-AC5B-DE10-A0DFB45B8486}"/>
              </a:ext>
            </a:extLst>
          </p:cNvPr>
          <p:cNvSpPr txBox="1"/>
          <p:nvPr/>
        </p:nvSpPr>
        <p:spPr>
          <a:xfrm>
            <a:off x="1" y="174171"/>
            <a:ext cx="12191999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7200" dirty="0">
                <a:solidFill>
                  <a:srgbClr val="00B050"/>
                </a:solidFill>
                <a:latin typeface="Bahu" pitchFamily="50" charset="0"/>
              </a:rPr>
              <a:t>Profile Menu</a:t>
            </a:r>
          </a:p>
        </p:txBody>
      </p:sp>
    </p:spTree>
    <p:extLst>
      <p:ext uri="{BB962C8B-B14F-4D97-AF65-F5344CB8AC3E}">
        <p14:creationId xmlns:p14="http://schemas.microsoft.com/office/powerpoint/2010/main" val="157964159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44831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A48B2CB6-A2BA-76AD-FAC8-0B8CE62447B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158865" y="2973705"/>
            <a:ext cx="609600" cy="609600"/>
          </a:xfrm>
          <a:prstGeom prst="rect">
            <a:avLst/>
          </a:prstGeom>
        </p:spPr>
      </p:pic>
      <p:pic>
        <p:nvPicPr>
          <p:cNvPr id="43" name="Picture 42">
            <a:extLst>
              <a:ext uri="{FF2B5EF4-FFF2-40B4-BE49-F238E27FC236}">
                <a16:creationId xmlns:a16="http://schemas.microsoft.com/office/drawing/2014/main" id="{4870FA16-F8F6-A201-2BA3-257CAD71DF0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806690" y="3027045"/>
            <a:ext cx="609600" cy="609600"/>
          </a:xfrm>
          <a:prstGeom prst="rect">
            <a:avLst/>
          </a:prstGeom>
        </p:spPr>
      </p:pic>
      <p:pic>
        <p:nvPicPr>
          <p:cNvPr id="45" name="Picture 44">
            <a:extLst>
              <a:ext uri="{FF2B5EF4-FFF2-40B4-BE49-F238E27FC236}">
                <a16:creationId xmlns:a16="http://schemas.microsoft.com/office/drawing/2014/main" id="{F4C2CEEB-78AB-A574-144A-406AB3A80861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4634" r="50255"/>
          <a:stretch>
            <a:fillRect/>
          </a:stretch>
        </p:blipFill>
        <p:spPr>
          <a:xfrm>
            <a:off x="7151419" y="3120243"/>
            <a:ext cx="332153" cy="57319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0792327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3953D850-F183-9DA4-76F6-CF1861F14FF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158865" y="2973705"/>
            <a:ext cx="609600" cy="609600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0ACFCF26-2179-CBF5-7DF3-E72DD63B8388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50000" b="80333"/>
          <a:stretch>
            <a:fillRect/>
          </a:stretch>
        </p:blipFill>
        <p:spPr>
          <a:xfrm>
            <a:off x="5486400" y="1905000"/>
            <a:ext cx="609600" cy="599440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29528CAD-9E2D-9561-4B4F-3EF0C2909B04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-1" r="50000" b="85715"/>
          <a:stretch>
            <a:fillRect/>
          </a:stretch>
        </p:blipFill>
        <p:spPr>
          <a:xfrm>
            <a:off x="6223000" y="1894840"/>
            <a:ext cx="609600" cy="609600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4AA6FCE8-2A3C-25C2-B07A-4DDA9213B75C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50000" b="80000"/>
          <a:stretch>
            <a:fillRect/>
          </a:stretch>
        </p:blipFill>
        <p:spPr>
          <a:xfrm>
            <a:off x="3677920" y="1381760"/>
            <a:ext cx="609600" cy="609600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063CCFE7-5C03-CF75-FC4A-729E7C3ABAC6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50000" b="75000"/>
          <a:stretch>
            <a:fillRect/>
          </a:stretch>
        </p:blipFill>
        <p:spPr>
          <a:xfrm>
            <a:off x="7152640" y="1651000"/>
            <a:ext cx="609600" cy="609600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381B2584-F3F2-9E09-C16F-58F293F5A221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50000" b="80000"/>
          <a:stretch>
            <a:fillRect/>
          </a:stretch>
        </p:blipFill>
        <p:spPr>
          <a:xfrm>
            <a:off x="8478520" y="1307464"/>
            <a:ext cx="609600" cy="609601"/>
          </a:xfrm>
          <a:prstGeom prst="rect">
            <a:avLst/>
          </a:prstGeom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F6508E1E-F8A2-4F0B-C7D7-2A9F78136867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50000" b="83333"/>
          <a:stretch>
            <a:fillRect/>
          </a:stretch>
        </p:blipFill>
        <p:spPr>
          <a:xfrm>
            <a:off x="9550763" y="1590040"/>
            <a:ext cx="609600" cy="6096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389170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7249</TotalTime>
  <Words>8</Words>
  <Application>Microsoft Office PowerPoint</Application>
  <PresentationFormat>Widescreen</PresentationFormat>
  <Paragraphs>5</Paragraphs>
  <Slides>7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3" baseType="lpstr">
      <vt:lpstr>Arial</vt:lpstr>
      <vt:lpstr>Bahu</vt:lpstr>
      <vt:lpstr>Calibri</vt:lpstr>
      <vt:lpstr>Calibri Light</vt:lpstr>
      <vt:lpstr>ColorTube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Jasmin Kavianpour</dc:creator>
  <cp:lastModifiedBy>Jasmin Kavianpour</cp:lastModifiedBy>
  <cp:revision>4</cp:revision>
  <dcterms:created xsi:type="dcterms:W3CDTF">2025-07-01T20:46:02Z</dcterms:created>
  <dcterms:modified xsi:type="dcterms:W3CDTF">2025-07-17T08:18:53Z</dcterms:modified>
</cp:coreProperties>
</file>