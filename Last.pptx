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CCFF66"/>
    <a:srgbClr val="008000"/>
    <a:srgbClr val="66FF33"/>
    <a:srgbClr val="FF0066"/>
    <a:srgbClr val="00CC66"/>
    <a:srgbClr val="3399FF"/>
    <a:srgbClr val="FF9999"/>
    <a:srgbClr val="99CC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EC02-461E-E4A1-78A3-212AD0E5B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4AA2B-C015-AD6E-40F9-D468C62FA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34622-03C6-E766-55A7-ABE6895E4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8ECFB-4775-568D-0243-A1E3EC57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74F71-B620-6FA3-D28E-49FAE94D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0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F8B9-3369-5681-3A9A-04D9A41FD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94C78-82CF-529D-380B-6BC50D984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3CF68-30DE-1731-C09C-75A74DC9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0AA08-0453-FF37-F703-640C18FE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0287D-C072-5BA8-C1E6-0FE4AFD65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21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B31C-15AD-B8DE-D6F3-3CD0CD70B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1D624-C044-D11B-51BF-90418293C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28D74-160C-F6D5-743F-12AA6C53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7B0C4-7480-DC22-7B0F-4C9510E80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95EE-89BD-FA2D-369D-3A69DB94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3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32405-EB5A-A605-A648-2D2D92F1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9E7B7-A0BB-D7EF-A4D7-FCF535A2F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5C89D-12D1-6358-98A6-5EB9DA772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48919-88F1-CAB8-9C47-C56411AD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EA757-E40E-5EA2-2C0E-95826E69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DC9CE-2F35-37C1-A06B-005256F83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4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43D5-79CD-EABE-6B5E-174577F4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F6C25-D892-8845-DBB3-1A0BD9C7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00A05-9B13-C976-01D7-B5DB0B1BD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BC80A-662A-E81D-C3B9-82CFA0976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A0DEB1-64FF-1995-7E9C-A4129C692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955228-27DF-D0C7-C62A-B3413240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A5799F-2C99-BA7A-02F3-71DC12CC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CEC1F8-53F2-6F4A-B7D2-3136DEEF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5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3D05-7736-0020-2617-B273D9A8A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E67373-F7E6-2E08-5829-833AAD10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0138C-8B82-A882-FEB9-AF4770B5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3EC65-2C50-2607-3FBE-1DEBA25F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F00AE-FDE0-AE08-0586-9BD326E5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F012C-C62E-EF4B-A732-889A811D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1433D-9B02-31B2-3B1A-A1EF3787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4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609E-EB09-B179-9A54-CFBC7B72D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00515-3310-6171-D35F-E1195995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ECFEF-F0D8-72CA-D1D2-36CE4E134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BE877-F5A4-F654-C10F-33AB6568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F7AA2-E2DE-1DD2-02F1-99255D843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5E087-D2FE-3AB5-7BD2-7DEBD5D4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3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DA12-EF8A-E351-566E-84C29F04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CEE86-D96A-236D-E90B-4180B39AC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35283-9A83-C26B-8525-4D98B902D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DB787-F00B-67B7-200C-97C6E653C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902BB-907D-2037-A952-CCFAA1DE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D08B7-2A76-5EFA-EF29-4D939660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C0567-9D28-8974-AB20-A6E2EC85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40B3B-53E3-CA40-CB84-642D8D5CE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E2C67-9486-29F1-F9A5-20D31FF2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248F2-B95E-37A6-CB96-84F8EA76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44C3E-B882-C39B-2441-EFA4C233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9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54A31-E214-A47F-7332-14DEEAC6E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E391C-AF96-CB69-4FEA-C94A2863C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EB658-ECAC-254C-93BE-7A108D7C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2456D-BA59-14D0-FBBC-FEB0EFB8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43033-223F-DF92-BE96-BEA44075E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4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65A9B-F375-7AD5-65E4-2D2A9DF3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CE197-0E93-5101-ECAA-C03C34A8F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734B1-5E54-549C-3886-899C5B2BE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8B531-B3B9-4E4C-9F1B-2CB5268F0BBC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F7451-ECD5-F4BB-2B45-D16F195B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C4CEA-F7BE-7FC3-4744-769039706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E1D3C-C2A4-4A5C-BD8D-73C8B49B1D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05A42C-85D7-FBDA-F8B3-1294D1D7D5DE}"/>
              </a:ext>
            </a:extLst>
          </p:cNvPr>
          <p:cNvSpPr txBox="1"/>
          <p:nvPr/>
        </p:nvSpPr>
        <p:spPr>
          <a:xfrm>
            <a:off x="0" y="435077"/>
            <a:ext cx="12191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spc="-300" dirty="0">
                <a:solidFill>
                  <a:schemeClr val="bg2"/>
                </a:solidFill>
                <a:latin typeface="ColorTube" pitchFamily="50" charset="0"/>
              </a:rPr>
              <a:t>Stardew </a:t>
            </a:r>
          </a:p>
          <a:p>
            <a:pPr algn="ctr"/>
            <a:r>
              <a:rPr lang="en-US" sz="6000" spc="-300" dirty="0">
                <a:solidFill>
                  <a:schemeClr val="bg2"/>
                </a:solidFill>
                <a:latin typeface="ColorTube" pitchFamily="50" charset="0"/>
              </a:rPr>
              <a:t>Valley</a:t>
            </a:r>
          </a:p>
        </p:txBody>
      </p:sp>
    </p:spTree>
    <p:extLst>
      <p:ext uri="{BB962C8B-B14F-4D97-AF65-F5344CB8AC3E}">
        <p14:creationId xmlns:p14="http://schemas.microsoft.com/office/powerpoint/2010/main" val="3212346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E70BDE-8119-D550-50EB-C60A297E5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056" b="71667" l="27240" r="32396">
                        <a14:foregroundMark x1="27760" y1="28056" x2="27813" y2="31667"/>
                        <a14:foregroundMark x1="30990" y1="69444" x2="32240" y2="69444"/>
                        <a14:foregroundMark x1="31198" y1="70833" x2="31198" y2="71667"/>
                        <a14:backgroundMark x1="27656" y1="27500" x2="27760" y2="28333"/>
                        <a14:backgroundMark x1="32396" y1="69444" x2="32240" y2="697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613" t="25591" r="66936" b="26236"/>
          <a:stretch>
            <a:fillRect/>
          </a:stretch>
        </p:blipFill>
        <p:spPr>
          <a:xfrm>
            <a:off x="2619943" y="2633288"/>
            <a:ext cx="373978" cy="52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7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1B635-D181-0AF9-78BD-800DD1999F23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4">
                    <a:lumMod val="50000"/>
                  </a:schemeClr>
                </a:solidFill>
                <a:latin typeface="Bahu" pitchFamily="50" charset="0"/>
              </a:rPr>
              <a:t>Signup Menu</a:t>
            </a:r>
          </a:p>
        </p:txBody>
      </p:sp>
    </p:spTree>
    <p:extLst>
      <p:ext uri="{BB962C8B-B14F-4D97-AF65-F5344CB8AC3E}">
        <p14:creationId xmlns:p14="http://schemas.microsoft.com/office/powerpoint/2010/main" val="1930253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6058B-9885-A3E5-8B70-C321B3A440AA}"/>
              </a:ext>
            </a:extLst>
          </p:cNvPr>
          <p:cNvSpPr txBox="1"/>
          <p:nvPr/>
        </p:nvSpPr>
        <p:spPr>
          <a:xfrm>
            <a:off x="0" y="108858"/>
            <a:ext cx="12191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0070C0"/>
                </a:solidFill>
                <a:latin typeface="Bahu" pitchFamily="50" charset="0"/>
              </a:rPr>
              <a:t>Main Menu</a:t>
            </a:r>
          </a:p>
        </p:txBody>
      </p:sp>
    </p:spTree>
    <p:extLst>
      <p:ext uri="{BB962C8B-B14F-4D97-AF65-F5344CB8AC3E}">
        <p14:creationId xmlns:p14="http://schemas.microsoft.com/office/powerpoint/2010/main" val="369919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7AE15-6D85-AC5B-DE10-A0DFB45B8486}"/>
              </a:ext>
            </a:extLst>
          </p:cNvPr>
          <p:cNvSpPr txBox="1"/>
          <p:nvPr/>
        </p:nvSpPr>
        <p:spPr>
          <a:xfrm>
            <a:off x="1" y="174171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00B050"/>
                </a:solidFill>
                <a:latin typeface="Bahu" pitchFamily="50" charset="0"/>
              </a:rPr>
              <a:t>Profile Menu</a:t>
            </a:r>
          </a:p>
        </p:txBody>
      </p:sp>
    </p:spTree>
    <p:extLst>
      <p:ext uri="{BB962C8B-B14F-4D97-AF65-F5344CB8AC3E}">
        <p14:creationId xmlns:p14="http://schemas.microsoft.com/office/powerpoint/2010/main" val="1579641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Bahu</vt:lpstr>
      <vt:lpstr>Calibri</vt:lpstr>
      <vt:lpstr>Calibri Light</vt:lpstr>
      <vt:lpstr>ColorTube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Kavianpour</dc:creator>
  <cp:lastModifiedBy>Jasmin Kavianpour</cp:lastModifiedBy>
  <cp:revision>1</cp:revision>
  <dcterms:created xsi:type="dcterms:W3CDTF">2025-07-01T20:46:02Z</dcterms:created>
  <dcterms:modified xsi:type="dcterms:W3CDTF">2025-07-01T20:46:38Z</dcterms:modified>
</cp:coreProperties>
</file>